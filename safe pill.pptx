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presProps" Target="presProps.xml"  /><Relationship Id="rId11" Type="http://schemas.openxmlformats.org/officeDocument/2006/relationships/viewProps" Target="viewProps.xml"  /><Relationship Id="rId12" Type="http://schemas.openxmlformats.org/officeDocument/2006/relationships/theme" Target="theme/theme1.xml"  /><Relationship Id="rId13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9.png"  /><Relationship Id="rId11" Type="http://schemas.openxmlformats.org/officeDocument/2006/relationships/image" Target="../media/image10.png"  /><Relationship Id="rId12" Type="http://schemas.openxmlformats.org/officeDocument/2006/relationships/image" Target="../media/image11.png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Relationship Id="rId8" Type="http://schemas.openxmlformats.org/officeDocument/2006/relationships/image" Target="../media/image7.png"  /><Relationship Id="rId9" Type="http://schemas.openxmlformats.org/officeDocument/2006/relationships/image" Target="../media/image8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20.png"  /><Relationship Id="rId11" Type="http://schemas.openxmlformats.org/officeDocument/2006/relationships/image" Target="../media/image21.png"  /><Relationship Id="rId12" Type="http://schemas.openxmlformats.org/officeDocument/2006/relationships/image" Target="../media/image22.png"  /><Relationship Id="rId13" Type="http://schemas.openxmlformats.org/officeDocument/2006/relationships/image" Target="../media/image23.png"  /><Relationship Id="rId14" Type="http://schemas.openxmlformats.org/officeDocument/2006/relationships/image" Target="../media/image24.png"  /><Relationship Id="rId15" Type="http://schemas.openxmlformats.org/officeDocument/2006/relationships/image" Target="../media/image25.png"  /><Relationship Id="rId16" Type="http://schemas.openxmlformats.org/officeDocument/2006/relationships/image" Target="../media/image26.png"  /><Relationship Id="rId17" Type="http://schemas.openxmlformats.org/officeDocument/2006/relationships/image" Target="../media/image27.png"  /><Relationship Id="rId2" Type="http://schemas.openxmlformats.org/officeDocument/2006/relationships/image" Target="../media/image12.png"  /><Relationship Id="rId3" Type="http://schemas.openxmlformats.org/officeDocument/2006/relationships/image" Target="../media/image13.png"  /><Relationship Id="rId4" Type="http://schemas.openxmlformats.org/officeDocument/2006/relationships/image" Target="../media/image14.png"  /><Relationship Id="rId5" Type="http://schemas.openxmlformats.org/officeDocument/2006/relationships/image" Target="../media/image15.png"  /><Relationship Id="rId6" Type="http://schemas.openxmlformats.org/officeDocument/2006/relationships/image" Target="../media/image16.png"  /><Relationship Id="rId7" Type="http://schemas.openxmlformats.org/officeDocument/2006/relationships/image" Target="../media/image17.png"  /><Relationship Id="rId8" Type="http://schemas.openxmlformats.org/officeDocument/2006/relationships/image" Target="../media/image18.png"  /><Relationship Id="rId9" Type="http://schemas.openxmlformats.org/officeDocument/2006/relationships/image" Target="../media/image19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34.png"  /><Relationship Id="rId11" Type="http://schemas.openxmlformats.org/officeDocument/2006/relationships/image" Target="../media/image35.png"  /><Relationship Id="rId12" Type="http://schemas.openxmlformats.org/officeDocument/2006/relationships/image" Target="../media/image36.png"  /><Relationship Id="rId13" Type="http://schemas.openxmlformats.org/officeDocument/2006/relationships/image" Target="../media/image37.png"  /><Relationship Id="rId14" Type="http://schemas.openxmlformats.org/officeDocument/2006/relationships/image" Target="../media/image38.png"  /><Relationship Id="rId15" Type="http://schemas.openxmlformats.org/officeDocument/2006/relationships/image" Target="../media/image39.png"  /><Relationship Id="rId16" Type="http://schemas.openxmlformats.org/officeDocument/2006/relationships/image" Target="../media/image40.png"  /><Relationship Id="rId17" Type="http://schemas.openxmlformats.org/officeDocument/2006/relationships/image" Target="../media/image41.png"  /><Relationship Id="rId18" Type="http://schemas.openxmlformats.org/officeDocument/2006/relationships/image" Target="../media/image42.png"  /><Relationship Id="rId19" Type="http://schemas.openxmlformats.org/officeDocument/2006/relationships/image" Target="../media/image43.png"  /><Relationship Id="rId2" Type="http://schemas.openxmlformats.org/officeDocument/2006/relationships/image" Target="../media/image28.png"  /><Relationship Id="rId3" Type="http://schemas.openxmlformats.org/officeDocument/2006/relationships/image" Target="../media/image13.png"  /><Relationship Id="rId4" Type="http://schemas.openxmlformats.org/officeDocument/2006/relationships/image" Target="../media/image7.png"  /><Relationship Id="rId5" Type="http://schemas.openxmlformats.org/officeDocument/2006/relationships/image" Target="../media/image29.png"  /><Relationship Id="rId6" Type="http://schemas.openxmlformats.org/officeDocument/2006/relationships/image" Target="../media/image30.png"  /><Relationship Id="rId7" Type="http://schemas.openxmlformats.org/officeDocument/2006/relationships/image" Target="../media/image31.png"  /><Relationship Id="rId8" Type="http://schemas.openxmlformats.org/officeDocument/2006/relationships/image" Target="../media/image32.png"  /><Relationship Id="rId9" Type="http://schemas.openxmlformats.org/officeDocument/2006/relationships/image" Target="../media/image3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50.png"  /><Relationship Id="rId11" Type="http://schemas.openxmlformats.org/officeDocument/2006/relationships/image" Target="../media/image51.png"  /><Relationship Id="rId12" Type="http://schemas.openxmlformats.org/officeDocument/2006/relationships/image" Target="../media/image52.png"  /><Relationship Id="rId13" Type="http://schemas.openxmlformats.org/officeDocument/2006/relationships/image" Target="../media/image53.png"  /><Relationship Id="rId14" Type="http://schemas.openxmlformats.org/officeDocument/2006/relationships/image" Target="../media/image54.png"  /><Relationship Id="rId15" Type="http://schemas.openxmlformats.org/officeDocument/2006/relationships/image" Target="../media/image55.png"  /><Relationship Id="rId16" Type="http://schemas.openxmlformats.org/officeDocument/2006/relationships/image" Target="../media/image56.png"  /><Relationship Id="rId17" Type="http://schemas.openxmlformats.org/officeDocument/2006/relationships/image" Target="../media/image57.png"  /><Relationship Id="rId18" Type="http://schemas.openxmlformats.org/officeDocument/2006/relationships/image" Target="../media/image58.png"  /><Relationship Id="rId19" Type="http://schemas.openxmlformats.org/officeDocument/2006/relationships/image" Target="../media/image59.png"  /><Relationship Id="rId2" Type="http://schemas.openxmlformats.org/officeDocument/2006/relationships/image" Target="../media/image44.png"  /><Relationship Id="rId3" Type="http://schemas.openxmlformats.org/officeDocument/2006/relationships/image" Target="../media/image13.png"  /><Relationship Id="rId4" Type="http://schemas.openxmlformats.org/officeDocument/2006/relationships/image" Target="../media/image14.png"  /><Relationship Id="rId5" Type="http://schemas.openxmlformats.org/officeDocument/2006/relationships/image" Target="../media/image45.png"  /><Relationship Id="rId6" Type="http://schemas.openxmlformats.org/officeDocument/2006/relationships/image" Target="../media/image46.png"  /><Relationship Id="rId7" Type="http://schemas.openxmlformats.org/officeDocument/2006/relationships/image" Target="../media/image47.png"  /><Relationship Id="rId8" Type="http://schemas.openxmlformats.org/officeDocument/2006/relationships/image" Target="../media/image48.png"  /><Relationship Id="rId9" Type="http://schemas.openxmlformats.org/officeDocument/2006/relationships/image" Target="../media/image49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66.png"  /><Relationship Id="rId11" Type="http://schemas.openxmlformats.org/officeDocument/2006/relationships/image" Target="../media/image67.png"  /><Relationship Id="rId12" Type="http://schemas.openxmlformats.org/officeDocument/2006/relationships/image" Target="../media/image68.png"  /><Relationship Id="rId13" Type="http://schemas.openxmlformats.org/officeDocument/2006/relationships/image" Target="../media/image69.png"  /><Relationship Id="rId14" Type="http://schemas.openxmlformats.org/officeDocument/2006/relationships/image" Target="../media/image70.png"  /><Relationship Id="rId15" Type="http://schemas.openxmlformats.org/officeDocument/2006/relationships/image" Target="../media/image71.png"  /><Relationship Id="rId2" Type="http://schemas.openxmlformats.org/officeDocument/2006/relationships/image" Target="../media/image60.png"  /><Relationship Id="rId3" Type="http://schemas.openxmlformats.org/officeDocument/2006/relationships/image" Target="../media/image13.png"  /><Relationship Id="rId4" Type="http://schemas.openxmlformats.org/officeDocument/2006/relationships/image" Target="../media/image14.png"  /><Relationship Id="rId5" Type="http://schemas.openxmlformats.org/officeDocument/2006/relationships/image" Target="../media/image61.png"  /><Relationship Id="rId6" Type="http://schemas.openxmlformats.org/officeDocument/2006/relationships/image" Target="../media/image62.png"  /><Relationship Id="rId7" Type="http://schemas.openxmlformats.org/officeDocument/2006/relationships/image" Target="../media/image63.png"  /><Relationship Id="rId8" Type="http://schemas.openxmlformats.org/officeDocument/2006/relationships/image" Target="../media/image64.png"  /><Relationship Id="rId9" Type="http://schemas.openxmlformats.org/officeDocument/2006/relationships/image" Target="../media/image6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2.png"  /><Relationship Id="rId3" Type="http://schemas.openxmlformats.org/officeDocument/2006/relationships/hyperlink" Target="https://youtube.com/shorts/gKXrew_Xky8?si=3PphhFDcwiLXRc6j" TargetMode="External" /><Relationship Id="rId4" Type="http://schemas.openxmlformats.org/officeDocument/2006/relationships/image" Target="../media/image72.png"  /><Relationship Id="rId5" Type="http://schemas.openxmlformats.org/officeDocument/2006/relationships/image" Target="../media/image7.png"  /><Relationship Id="rId6" Type="http://schemas.openxmlformats.org/officeDocument/2006/relationships/image" Target="../media/image73.png"  /><Relationship Id="rId7" Type="http://schemas.openxmlformats.org/officeDocument/2006/relationships/image" Target="../media/image74.png"  /><Relationship Id="rId8" Type="http://schemas.openxmlformats.org/officeDocument/2006/relationships/image" Target="../media/image75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82.png"  /><Relationship Id="rId11" Type="http://schemas.openxmlformats.org/officeDocument/2006/relationships/image" Target="../media/image83.png"  /><Relationship Id="rId12" Type="http://schemas.openxmlformats.org/officeDocument/2006/relationships/image" Target="../media/image84.png"  /><Relationship Id="rId13" Type="http://schemas.openxmlformats.org/officeDocument/2006/relationships/image" Target="../media/image85.png"  /><Relationship Id="rId14" Type="http://schemas.openxmlformats.org/officeDocument/2006/relationships/image" Target="../media/image86.png"  /><Relationship Id="rId15" Type="http://schemas.openxmlformats.org/officeDocument/2006/relationships/image" Target="../media/image87.png"  /><Relationship Id="rId16" Type="http://schemas.openxmlformats.org/officeDocument/2006/relationships/image" Target="../media/image88.png"  /><Relationship Id="rId17" Type="http://schemas.openxmlformats.org/officeDocument/2006/relationships/image" Target="../media/image89.png"  /><Relationship Id="rId18" Type="http://schemas.openxmlformats.org/officeDocument/2006/relationships/image" Target="../media/image90.png"  /><Relationship Id="rId2" Type="http://schemas.openxmlformats.org/officeDocument/2006/relationships/image" Target="../media/image28.png"  /><Relationship Id="rId3" Type="http://schemas.openxmlformats.org/officeDocument/2006/relationships/image" Target="../media/image13.png"  /><Relationship Id="rId4" Type="http://schemas.openxmlformats.org/officeDocument/2006/relationships/image" Target="../media/image76.png"  /><Relationship Id="rId5" Type="http://schemas.openxmlformats.org/officeDocument/2006/relationships/image" Target="../media/image77.png"  /><Relationship Id="rId6" Type="http://schemas.openxmlformats.org/officeDocument/2006/relationships/image" Target="../media/image78.png"  /><Relationship Id="rId7" Type="http://schemas.openxmlformats.org/officeDocument/2006/relationships/image" Target="../media/image79.png"  /><Relationship Id="rId8" Type="http://schemas.openxmlformats.org/officeDocument/2006/relationships/image" Target="../media/image80.png"  /><Relationship Id="rId9" Type="http://schemas.openxmlformats.org/officeDocument/2006/relationships/image" Target="../media/image81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96.png"  /><Relationship Id="rId11" Type="http://schemas.openxmlformats.org/officeDocument/2006/relationships/image" Target="../media/image97.png"  /><Relationship Id="rId2" Type="http://schemas.openxmlformats.org/officeDocument/2006/relationships/image" Target="../media/image44.png"  /><Relationship Id="rId3" Type="http://schemas.openxmlformats.org/officeDocument/2006/relationships/image" Target="../media/image13.png"  /><Relationship Id="rId4" Type="http://schemas.openxmlformats.org/officeDocument/2006/relationships/image" Target="../media/image14.png"  /><Relationship Id="rId5" Type="http://schemas.openxmlformats.org/officeDocument/2006/relationships/image" Target="../media/image91.png"  /><Relationship Id="rId6" Type="http://schemas.openxmlformats.org/officeDocument/2006/relationships/image" Target="../media/image92.png"  /><Relationship Id="rId7" Type="http://schemas.openxmlformats.org/officeDocument/2006/relationships/image" Target="../media/image93.png"  /><Relationship Id="rId8" Type="http://schemas.openxmlformats.org/officeDocument/2006/relationships/image" Target="../media/image94.png"  /><Relationship Id="rId9" Type="http://schemas.openxmlformats.org/officeDocument/2006/relationships/image" Target="../media/image95.png"  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7F7F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6000" y="1333500"/>
            <a:ext cx="22364700" cy="11264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003300"/>
            <a:ext cx="22606000" cy="1173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451100" y="4699000"/>
            <a:ext cx="12420600" cy="4000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534900" y="-660400"/>
            <a:ext cx="9055100" cy="8648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44400" y="3670300"/>
            <a:ext cx="9436100" cy="10871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425700" y="3429000"/>
            <a:ext cx="482600" cy="482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24000" y="1295400"/>
            <a:ext cx="457200" cy="469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667000" y="9486900"/>
            <a:ext cx="7340600" cy="1816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263900" y="9766300"/>
            <a:ext cx="5181600" cy="1270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086100" y="3416300"/>
            <a:ext cx="7861300" cy="82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298700" y="1371600"/>
            <a:ext cx="1104900" cy="584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7F7F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6000" y="1333500"/>
            <a:ext cx="22364700" cy="11264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003300"/>
            <a:ext cx="22606000" cy="1173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24000" y="1295400"/>
            <a:ext cx="457200" cy="46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38300" y="3098800"/>
            <a:ext cx="7188200" cy="3771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753600" y="6819900"/>
            <a:ext cx="12090400" cy="1155700"/>
          </a:xfrm>
          <a:prstGeom prst="rect">
            <a:avLst/>
          </a:prstGeom>
          <a:effectLst>
            <a:outerShdw dir="2700000" dist="70883" blurRad="69110">
              <a:srgbClr val="000000">
                <a:alpha val="15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604500" y="7048500"/>
            <a:ext cx="685800" cy="685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684000" y="7112000"/>
            <a:ext cx="9461500" cy="520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753600" y="8509000"/>
            <a:ext cx="12077700" cy="1155700"/>
          </a:xfrm>
          <a:prstGeom prst="rect">
            <a:avLst/>
          </a:prstGeom>
          <a:effectLst>
            <a:outerShdw dir="2700000" dist="70883" blurRad="69110">
              <a:srgbClr val="000000">
                <a:alpha val="15000"/>
              </a:srgbClr>
            </a:outerShdw>
          </a:effectLst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604500" y="8737600"/>
            <a:ext cx="685800" cy="685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684000" y="8775700"/>
            <a:ext cx="8928100" cy="533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753600" y="10198100"/>
            <a:ext cx="12077700" cy="1155700"/>
          </a:xfrm>
          <a:prstGeom prst="rect">
            <a:avLst/>
          </a:prstGeom>
          <a:effectLst>
            <a:outerShdw dir="2700000" dist="70883" blurRad="69110">
              <a:srgbClr val="000000">
                <a:alpha val="15000"/>
              </a:srgbClr>
            </a:outerShdw>
          </a:effectLst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604500" y="10439400"/>
            <a:ext cx="685800" cy="685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1684000" y="10439400"/>
            <a:ext cx="8864600" cy="533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740900" y="3429000"/>
            <a:ext cx="12090400" cy="1155700"/>
          </a:xfrm>
          <a:prstGeom prst="rect">
            <a:avLst/>
          </a:prstGeom>
          <a:effectLst>
            <a:outerShdw dir="2700000" dist="70883" blurRad="69110">
              <a:srgbClr val="000000">
                <a:alpha val="15000"/>
              </a:srgbClr>
            </a:outerShdw>
          </a:effectLst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591800" y="3670300"/>
            <a:ext cx="685800" cy="685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671300" y="3670300"/>
            <a:ext cx="8928100" cy="533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9753600" y="5118100"/>
            <a:ext cx="12077700" cy="1155700"/>
          </a:xfrm>
          <a:prstGeom prst="rect">
            <a:avLst/>
          </a:prstGeom>
          <a:effectLst>
            <a:outerShdw dir="2700000" dist="70883" blurRad="69110">
              <a:srgbClr val="000000">
                <a:alpha val="15000"/>
              </a:srgbClr>
            </a:outerShdw>
          </a:effectLst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604500" y="5359400"/>
            <a:ext cx="685800" cy="685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684000" y="5359400"/>
            <a:ext cx="9055100" cy="5334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425700" y="1308100"/>
            <a:ext cx="12065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7F7F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6000" y="1333500"/>
            <a:ext cx="22364700" cy="11264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003300"/>
            <a:ext cx="22606000" cy="1173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24000" y="1295400"/>
            <a:ext cx="457200" cy="46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425700" y="1308100"/>
            <a:ext cx="2743200" cy="711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068300" y="8547100"/>
            <a:ext cx="1447800" cy="1638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080500" y="2247900"/>
            <a:ext cx="6223000" cy="1447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572500" y="4749800"/>
            <a:ext cx="7226300" cy="14224000"/>
          </a:xfrm>
          <a:prstGeom prst="rect">
            <a:avLst/>
          </a:prstGeom>
          <a:effectLst>
            <a:outerShdw dir="2700000" dist="1278733" blurRad="1192557">
              <a:srgbClr val="181818">
                <a:alpha val="33000"/>
              </a:srgbClr>
            </a:outerShdw>
          </a:effectLst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055100" y="5753100"/>
            <a:ext cx="6273800" cy="6311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22400" y="5435600"/>
            <a:ext cx="6819900" cy="2692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24000" y="5829300"/>
            <a:ext cx="5410200" cy="495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24000" y="6781800"/>
            <a:ext cx="6731000" cy="889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22400" y="8915400"/>
            <a:ext cx="6819900" cy="2692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24000" y="9372600"/>
            <a:ext cx="5410200" cy="495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524000" y="10223500"/>
            <a:ext cx="6261100" cy="850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6141700" y="5435600"/>
            <a:ext cx="6819900" cy="2692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6421100" y="5829300"/>
            <a:ext cx="5410200" cy="495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6421100" y="6781800"/>
            <a:ext cx="6261100" cy="850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6141700" y="8915400"/>
            <a:ext cx="6819900" cy="2692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6421100" y="9372600"/>
            <a:ext cx="5410200" cy="4953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6421100" y="10261600"/>
            <a:ext cx="6261100" cy="850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7F7F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6000" y="1333500"/>
            <a:ext cx="22364700" cy="11264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003300"/>
            <a:ext cx="22606000" cy="1173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24000" y="1295400"/>
            <a:ext cx="457200" cy="46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425700" y="1308100"/>
            <a:ext cx="2743200" cy="723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374900" y="3822700"/>
            <a:ext cx="9486900" cy="3911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 rot="0">
            <a:off x="2895600" y="5130800"/>
            <a:ext cx="84455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547600" y="3822700"/>
            <a:ext cx="9448800" cy="391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895600" y="4267200"/>
            <a:ext cx="84455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895600" y="5372100"/>
            <a:ext cx="7188200" cy="1930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 rot="0">
            <a:off x="13042900" y="5130800"/>
            <a:ext cx="8445500" cy="2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042900" y="4267200"/>
            <a:ext cx="8445500" cy="660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300200" y="5372100"/>
            <a:ext cx="7175500" cy="1447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374900" y="8140700"/>
            <a:ext cx="9486900" cy="3911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 rot="0">
            <a:off x="2895600" y="9436100"/>
            <a:ext cx="8445500" cy="25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895600" y="8572500"/>
            <a:ext cx="7023100" cy="660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895600" y="9677400"/>
            <a:ext cx="8242300" cy="965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547600" y="8140700"/>
            <a:ext cx="9448800" cy="3911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7">
            <a:alphaModFix amt="30000"/>
          </a:blip>
          <a:stretch>
            <a:fillRect/>
          </a:stretch>
        </p:blipFill>
        <p:spPr>
          <a:xfrm rot="0">
            <a:off x="13042900" y="9436100"/>
            <a:ext cx="8445500" cy="25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4427200" y="8572500"/>
            <a:ext cx="7061200" cy="6604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3068300" y="9677400"/>
            <a:ext cx="8407400" cy="1930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071100" y="5613400"/>
            <a:ext cx="4241800" cy="42418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0363200" y="7162800"/>
            <a:ext cx="3644900" cy="11811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9728200" y="2260600"/>
            <a:ext cx="4940300" cy="144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7F7F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6000" y="1333500"/>
            <a:ext cx="22364700" cy="11264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003300"/>
            <a:ext cx="22606000" cy="1173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24000" y="1295400"/>
            <a:ext cx="457200" cy="46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425700" y="1308100"/>
            <a:ext cx="4546600" cy="723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073400" y="4203700"/>
            <a:ext cx="6705600" cy="6680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 rot="0">
            <a:off x="8953500" y="4114800"/>
            <a:ext cx="2400300" cy="660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353800" y="3708400"/>
            <a:ext cx="10744200" cy="2209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582400" y="4597400"/>
            <a:ext cx="9296400" cy="1054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582400" y="3873500"/>
            <a:ext cx="6807200" cy="660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 rot="0">
            <a:off x="8953500" y="6858000"/>
            <a:ext cx="2400300" cy="660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353800" y="6438900"/>
            <a:ext cx="10744200" cy="2209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582400" y="7416800"/>
            <a:ext cx="9728200" cy="889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582400" y="6616700"/>
            <a:ext cx="7188200" cy="660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 rot="0">
            <a:off x="8953500" y="9588500"/>
            <a:ext cx="2400300" cy="660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353800" y="9182100"/>
            <a:ext cx="10744200" cy="2209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1582400" y="10160000"/>
            <a:ext cx="9702800" cy="889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582400" y="9321800"/>
            <a:ext cx="7188200" cy="736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4292600" y="2959100"/>
            <a:ext cx="4267200" cy="8623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6000" y="1333500"/>
            <a:ext cx="22364700" cy="11264900"/>
          </a:xfrm>
          <a:prstGeom prst="rect">
            <a:avLst/>
          </a:prstGeom>
        </p:spPr>
      </p:pic>
      <p:pic>
        <p:nvPicPr>
          <p:cNvPr id="3" name="Picture 3">
            <a:hlinkClick r:id="rId3" tooltip="링크"/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89000" y="1003300"/>
            <a:ext cx="22606000" cy="1173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24000" y="1295400"/>
            <a:ext cx="457200" cy="46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425700" y="1308100"/>
            <a:ext cx="4546600" cy="723900"/>
          </a:xfrm>
          <a:prstGeom prst="rect">
            <a:avLst/>
          </a:prstGeom>
        </p:spPr>
      </p:pic>
      <p:pic>
        <p:nvPicPr>
          <p:cNvPr id="7" name="Picture 5">
            <a:hlinkClick r:id="rId3"/>
          </p:cNvPr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2209800" y="4019577"/>
            <a:ext cx="5943600" cy="5676846"/>
          </a:xfrm>
          <a:prstGeom prst="rect">
            <a:avLst/>
          </a:prstGeom>
        </p:spPr>
      </p:pic>
      <p:pic>
        <p:nvPicPr>
          <p:cNvPr id="8" name="Picture 4">
            <a:hlinkClick r:id="rId3" tooltip="https://youtube.com/shorts/gKXrew_Xky8?si=3PphhFDcwiLXRc6j"/>
          </p:cNvPr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9677401" y="4857750"/>
            <a:ext cx="124206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7F7F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6000" y="1333500"/>
            <a:ext cx="22364700" cy="11264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003300"/>
            <a:ext cx="22606000" cy="1173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24000" y="1295400"/>
            <a:ext cx="457200" cy="46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425700" y="1308100"/>
            <a:ext cx="3060700" cy="711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1080000">
            <a:off x="16675100" y="1295400"/>
            <a:ext cx="2260600" cy="2298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298700" y="7874000"/>
            <a:ext cx="3644900" cy="927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188200" y="2451100"/>
            <a:ext cx="10007600" cy="1727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387600" y="5384800"/>
            <a:ext cx="7061200" cy="5918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712200" y="5384800"/>
            <a:ext cx="7061200" cy="5918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024100" y="5384800"/>
            <a:ext cx="7061200" cy="5918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541000" y="6667500"/>
            <a:ext cx="1320800" cy="1104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378200" y="10439400"/>
            <a:ext cx="4419600" cy="279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664700" y="10439400"/>
            <a:ext cx="4419600" cy="279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951200" y="10439400"/>
            <a:ext cx="4419600" cy="279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4292600" y="8623300"/>
            <a:ext cx="4013200" cy="1422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579100" y="8623300"/>
            <a:ext cx="4013200" cy="1422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6865600" y="8623300"/>
            <a:ext cx="3505200" cy="1536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7056100" y="6692900"/>
            <a:ext cx="1117600" cy="11049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4013200" y="6540500"/>
            <a:ext cx="10922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7F7F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6000" y="1333500"/>
            <a:ext cx="22364700" cy="11264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89000" y="1003300"/>
            <a:ext cx="22606000" cy="1173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24000" y="1295400"/>
            <a:ext cx="457200" cy="469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527300" y="2806700"/>
            <a:ext cx="8178800" cy="9156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21486800">
            <a:off x="7162800" y="4559300"/>
            <a:ext cx="3289300" cy="328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208000" y="10502900"/>
            <a:ext cx="7162800" cy="584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208000" y="11099800"/>
            <a:ext cx="7277100" cy="584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208000" y="9880600"/>
            <a:ext cx="4699000" cy="508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106400" y="3619500"/>
            <a:ext cx="7251700" cy="4991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208000" y="3086100"/>
            <a:ext cx="6134100" cy="673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>On-screen Show (4:3)</ep:PresentationFormat>
  <ep:Paragraphs>0</ep:Paragraphs>
  <ep:Slides>8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ep:HeadingPairs>
  <ep:TitlesOfParts>
    <vt:vector size="9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ggpus111</cp:lastModifiedBy>
  <dcterms:modified xsi:type="dcterms:W3CDTF">2025-12-16T21:09:59.986</dcterms:modified>
  <cp:revision>2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